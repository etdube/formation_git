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3420000" y="4320000"/>
            <a:ext cx="630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CA" sz="22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3420000" y="4320000"/>
            <a:ext cx="630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3420000" y="4320000"/>
            <a:ext cx="307404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648120" y="4320000"/>
            <a:ext cx="307404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2700000" y="1980000"/>
            <a:ext cx="4680000" cy="1001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CA" sz="22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3420000" y="432000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648120" y="4320000"/>
            <a:ext cx="307404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3420000" y="544824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3420000" y="4320000"/>
            <a:ext cx="307404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648120" y="432000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648120" y="544824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3420000" y="432000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648120" y="432000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3420000" y="5448240"/>
            <a:ext cx="630000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420000" y="4320000"/>
            <a:ext cx="630000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420000" y="5448240"/>
            <a:ext cx="630000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3420000" y="432000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648120" y="432000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3420000" y="544824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6648120" y="544824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3420000" y="4320000"/>
            <a:ext cx="20282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550120" y="4320000"/>
            <a:ext cx="20282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7680240" y="4320000"/>
            <a:ext cx="20282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3420000" y="5448240"/>
            <a:ext cx="20282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5550120" y="5448240"/>
            <a:ext cx="20282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7680240" y="5448240"/>
            <a:ext cx="20282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D34A81D-6D1A-4EB8-BF34-B133C5EC9D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3420000" y="4320000"/>
            <a:ext cx="630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CA" sz="22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47E190C-241C-4CCA-918B-063C267B76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3420000" y="4320000"/>
            <a:ext cx="630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3AC8FDF-D1B0-45C7-833E-167103E603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3420000" y="4320000"/>
            <a:ext cx="307404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648120" y="4320000"/>
            <a:ext cx="307404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DFF2D12-37E6-42EE-BDE9-21275A3CC4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2AF2770-7FD1-4DD9-86D5-7577FE38D5B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2700000" y="1980000"/>
            <a:ext cx="4680000" cy="1001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CA" sz="22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DE50346-405F-48BD-8ACD-129D56CAEB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3420000" y="432000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648120" y="4320000"/>
            <a:ext cx="307404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3420000" y="544824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B1A9CFE-280B-4221-A3BB-B8D263BE804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3420000" y="4320000"/>
            <a:ext cx="307404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648120" y="432000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648120" y="544824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1FBA3D9-E1E0-4C58-9DFA-269456628A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3420000" y="432000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648120" y="432000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3420000" y="5448240"/>
            <a:ext cx="630000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986B549-80E9-4578-953D-1B5EE7C5F8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3420000" y="4320000"/>
            <a:ext cx="630000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3420000" y="5448240"/>
            <a:ext cx="630000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E64930F-98B0-46E3-B580-BF5DB8C4A4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3420000" y="432000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648120" y="432000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3420000" y="544824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648120" y="544824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549E777-A884-47D5-963F-62A8EB5A276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3420000" y="4320000"/>
            <a:ext cx="20282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5550120" y="4320000"/>
            <a:ext cx="20282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7680240" y="4320000"/>
            <a:ext cx="20282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/>
          </p:nvPr>
        </p:nvSpPr>
        <p:spPr>
          <a:xfrm>
            <a:off x="3420000" y="5448240"/>
            <a:ext cx="20282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/>
          </p:nvPr>
        </p:nvSpPr>
        <p:spPr>
          <a:xfrm>
            <a:off x="5550120" y="5448240"/>
            <a:ext cx="20282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/>
          </p:nvPr>
        </p:nvSpPr>
        <p:spPr>
          <a:xfrm>
            <a:off x="7680240" y="5448240"/>
            <a:ext cx="20282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40DCC47-82C2-4B66-A25D-F4E40908BD8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92D4CFE-70E7-4A45-965E-E155EB3392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3420000" y="4320000"/>
            <a:ext cx="630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CA" sz="22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408D472-B7AC-4698-93C7-A4A440A995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3420000" y="4320000"/>
            <a:ext cx="630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3C8912B-4638-418E-AC12-29D0A4EAAA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420000" y="4320000"/>
            <a:ext cx="307404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648120" y="4320000"/>
            <a:ext cx="307404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4938386-893D-46C8-AD8D-9EB5CDCF54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E870143-1C3E-4525-B39D-7A6DE569C1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ubTitle"/>
          </p:nvPr>
        </p:nvSpPr>
        <p:spPr>
          <a:xfrm>
            <a:off x="2700000" y="1980000"/>
            <a:ext cx="4680000" cy="1001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CA" sz="22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0E49088-F600-4D5E-A881-53C54C1BAF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3420000" y="432000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648120" y="4320000"/>
            <a:ext cx="307404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3420000" y="544824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6ED239B-E09E-40CB-91F9-C5D4228C36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3420000" y="4320000"/>
            <a:ext cx="307404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648120" y="432000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648120" y="544824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AD79DC7-82A2-4950-BF6A-45D75BE138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3420000" y="432000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648120" y="432000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3420000" y="5448240"/>
            <a:ext cx="630000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DCA0D8F-1B4C-4247-BC2E-271C8CBF25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3420000" y="4320000"/>
            <a:ext cx="630000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3420000" y="5448240"/>
            <a:ext cx="630000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662A928-B18D-4F43-B260-290A416FA0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3420000" y="432000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6648120" y="432000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3420000" y="544824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/>
          </p:nvPr>
        </p:nvSpPr>
        <p:spPr>
          <a:xfrm>
            <a:off x="6648120" y="5448240"/>
            <a:ext cx="30740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62010FE-0798-44A6-95B0-EC6B95B7C22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3420000" y="4320000"/>
            <a:ext cx="20282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5550120" y="4320000"/>
            <a:ext cx="20282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/>
          </p:nvPr>
        </p:nvSpPr>
        <p:spPr>
          <a:xfrm>
            <a:off x="7680240" y="4320000"/>
            <a:ext cx="20282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/>
          </p:nvPr>
        </p:nvSpPr>
        <p:spPr>
          <a:xfrm>
            <a:off x="3420000" y="5448240"/>
            <a:ext cx="20282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8" name="PlaceHolder 6"/>
          <p:cNvSpPr>
            <a:spLocks noGrp="1"/>
          </p:cNvSpPr>
          <p:nvPr>
            <p:ph/>
          </p:nvPr>
        </p:nvSpPr>
        <p:spPr>
          <a:xfrm>
            <a:off x="5550120" y="5448240"/>
            <a:ext cx="20282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9" name="PlaceHolder 7"/>
          <p:cNvSpPr>
            <a:spLocks noGrp="1"/>
          </p:cNvSpPr>
          <p:nvPr>
            <p:ph/>
          </p:nvPr>
        </p:nvSpPr>
        <p:spPr>
          <a:xfrm>
            <a:off x="7680240" y="5448240"/>
            <a:ext cx="202824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870"/>
              </a:spcAft>
              <a:buNone/>
            </a:pP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4AD0AFE-CF5A-49C7-8985-28A6F76D1FB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CA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7200000"/>
            <a:ext cx="10080000" cy="360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fr-CA" sz="1800" spc="-1" strike="noStrike">
              <a:solidFill>
                <a:srgbClr val="2c3e50"/>
              </a:solidFill>
              <a:latin typeface="Source Sans Pro"/>
            </a:endParaRPr>
          </a:p>
        </p:txBody>
      </p:sp>
      <p:sp>
        <p:nvSpPr>
          <p:cNvPr id="1" name=""/>
          <p:cNvSpPr/>
          <p:nvPr/>
        </p:nvSpPr>
        <p:spPr>
          <a:xfrm>
            <a:off x="0" y="0"/>
            <a:ext cx="10080000" cy="1620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fr-CA" sz="1800" spc="-1" strike="noStrike">
              <a:solidFill>
                <a:srgbClr val="2c3e50"/>
              </a:solidFill>
              <a:latin typeface="Source Sans Pro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60000" y="300960"/>
            <a:ext cx="9360000" cy="95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fr-CA" sz="3600" spc="-1" strike="noStrike">
                <a:solidFill>
                  <a:srgbClr val="ffffff"/>
                </a:solidFill>
                <a:latin typeface="Source Sans Pro Black"/>
              </a:rPr>
              <a:t>Click to edit the title text format</a:t>
            </a:r>
            <a:endParaRPr b="1" lang="fr-CA" sz="36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9360000" cy="50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0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fr-CA" sz="3200" spc="-1" strike="noStrike">
                <a:solidFill>
                  <a:srgbClr val="2c3e50"/>
                </a:solidFill>
                <a:latin typeface="Source Sans Pro Semibold"/>
              </a:rPr>
              <a:t>Click to edit the outline text format</a:t>
            </a:r>
            <a:endParaRPr b="1" lang="fr-CA" sz="3200" spc="-1" strike="noStrike">
              <a:solidFill>
                <a:srgbClr val="2c3e50"/>
              </a:solidFill>
              <a:latin typeface="Source Sans Pro Semibold"/>
            </a:endParaRPr>
          </a:p>
          <a:p>
            <a:pPr lvl="1" marL="864000" indent="-324000">
              <a:spcAft>
                <a:spcPts val="1134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fr-CA" sz="2800" spc="-1" strike="noStrike">
                <a:solidFill>
                  <a:srgbClr val="2c3e50"/>
                </a:solidFill>
                <a:latin typeface="Source Sans Pro"/>
              </a:rPr>
              <a:t>Second Outline Level</a:t>
            </a:r>
            <a:endParaRPr b="0" lang="fr-CA" sz="2800" spc="-1" strike="noStrike">
              <a:solidFill>
                <a:srgbClr val="2c3e50"/>
              </a:solidFill>
              <a:latin typeface="Source Sans Pro"/>
            </a:endParaRPr>
          </a:p>
          <a:p>
            <a:pPr lvl="2" marL="1296000" indent="-288000">
              <a:spcAft>
                <a:spcPts val="845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fr-CA" sz="2400" spc="-1" strike="noStrike">
                <a:solidFill>
                  <a:srgbClr val="2c3e50"/>
                </a:solidFill>
                <a:latin typeface="Source Sans Pro"/>
              </a:rPr>
              <a:t>Third Outline Level</a:t>
            </a:r>
            <a:endParaRPr b="0" lang="fr-CA" sz="2400" spc="-1" strike="noStrike">
              <a:solidFill>
                <a:srgbClr val="2c3e50"/>
              </a:solidFill>
              <a:latin typeface="Source Sans Pro"/>
            </a:endParaRPr>
          </a:p>
          <a:p>
            <a:pPr lvl="3" marL="1728000" indent="-216000">
              <a:spcAft>
                <a:spcPts val="564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fr-CA" sz="2000" spc="-1" strike="noStrike">
                <a:solidFill>
                  <a:srgbClr val="2c3e50"/>
                </a:solidFill>
                <a:latin typeface="Source Sans Pro"/>
              </a:rPr>
              <a:t>Fourth Outline Level</a:t>
            </a:r>
            <a:endParaRPr b="0" lang="fr-CA" sz="2000" spc="-1" strike="noStrike">
              <a:solidFill>
                <a:srgbClr val="2c3e50"/>
              </a:solidFill>
              <a:latin typeface="Source Sans Pro"/>
            </a:endParaRPr>
          </a:p>
          <a:p>
            <a:pPr lvl="4" marL="2160000" indent="-216000">
              <a:spcAft>
                <a:spcPts val="28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fr-CA" sz="2660" spc="-1" strike="noStrike">
                <a:solidFill>
                  <a:srgbClr val="2c3e50"/>
                </a:solidFill>
                <a:latin typeface="Source Sans Pro"/>
              </a:rPr>
              <a:t>Fifth Outline Level</a:t>
            </a:r>
            <a:endParaRPr b="0" lang="fr-CA" sz="2660" spc="-1" strike="noStrike">
              <a:solidFill>
                <a:srgbClr val="2c3e50"/>
              </a:solidFill>
              <a:latin typeface="Source Sans Pro"/>
            </a:endParaRPr>
          </a:p>
          <a:p>
            <a:pPr lvl="5" marL="2592000" indent="-216000">
              <a:spcAft>
                <a:spcPts val="37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fr-CA" sz="3550" spc="-1" strike="noStrike">
                <a:solidFill>
                  <a:srgbClr val="2c3e50"/>
                </a:solidFill>
                <a:latin typeface="Source Sans Pro"/>
              </a:rPr>
              <a:t>Sixth Outline Level</a:t>
            </a:r>
            <a:endParaRPr b="0" lang="fr-CA" sz="3550" spc="-1" strike="noStrike">
              <a:solidFill>
                <a:srgbClr val="2c3e50"/>
              </a:solidFill>
              <a:latin typeface="Source Sans Pro"/>
            </a:endParaRPr>
          </a:p>
          <a:p>
            <a:pPr lvl="6" marL="3024000" indent="-216000">
              <a:spcAft>
                <a:spcPts val="50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fr-CA" sz="4730" spc="-1" strike="noStrike">
                <a:solidFill>
                  <a:srgbClr val="2c3e50"/>
                </a:solidFill>
                <a:latin typeface="Source Sans Pro"/>
              </a:rPr>
              <a:t>Seventh Outline Level</a:t>
            </a:r>
            <a:endParaRPr b="0" lang="fr-CA" sz="4730" spc="-1" strike="noStrike">
              <a:solidFill>
                <a:srgbClr val="2c3e50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360000" y="7200000"/>
            <a:ext cx="2880000" cy="36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1" lang="fr-CA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>
              <a:buNone/>
            </a:pPr>
            <a:r>
              <a:rPr b="1" lang="fr-CA" sz="1800" spc="-1" strike="noStrike">
                <a:solidFill>
                  <a:srgbClr val="ffffff"/>
                </a:solidFill>
                <a:latin typeface="Source Sans Pro Black"/>
              </a:rPr>
              <a:t>&lt;date/time&gt;</a:t>
            </a:r>
            <a:endParaRPr b="1" lang="fr-CA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20000" y="7200000"/>
            <a:ext cx="3240000" cy="36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1" lang="fr-CA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ctr">
              <a:buNone/>
            </a:pPr>
            <a:r>
              <a:rPr b="1" lang="fr-CA" sz="1800" spc="-1" strike="noStrike">
                <a:solidFill>
                  <a:srgbClr val="ffffff"/>
                </a:solidFill>
                <a:latin typeface="Source Sans Pro Black"/>
              </a:rPr>
              <a:t>&lt;footer&gt;</a:t>
            </a:r>
            <a:endParaRPr b="1" lang="fr-CA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6" name=""/>
          <p:cNvSpPr/>
          <p:nvPr/>
        </p:nvSpPr>
        <p:spPr>
          <a:xfrm>
            <a:off x="9315000" y="6899760"/>
            <a:ext cx="450000" cy="600120"/>
          </a:xfrm>
          <a:prstGeom prst="ellipse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fr-CA" sz="1800" spc="-1" strike="noStrike">
              <a:solidFill>
                <a:srgbClr val="2c3e50"/>
              </a:solidFill>
              <a:latin typeface="Source Sans Pro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9180000" y="6840000"/>
            <a:ext cx="720000" cy="72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p>
            <a:pPr algn="ctr"/>
            <a:fld id="{0261B125-9725-4435-AA7E-F471AFCF694D}" type="slidenum">
              <a:rPr b="1" lang="fr-CA" sz="2400" spc="-1" strike="noStrike">
                <a:solidFill>
                  <a:srgbClr val="ffffff"/>
                </a:solidFill>
                <a:latin typeface="Source Sans Pro Black"/>
              </a:rPr>
              <a:t>&lt;number&gt;</a:t>
            </a:fld>
            <a:endParaRPr b="1" lang="fr-CA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>
            <a:off x="0" y="0"/>
            <a:ext cx="10080000" cy="7560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fr-CA" sz="1800" spc="-1" strike="noStrike">
              <a:solidFill>
                <a:srgbClr val="2c3e50"/>
              </a:solidFill>
              <a:latin typeface="Source Sans Pro"/>
            </a:endParaRPr>
          </a:p>
        </p:txBody>
      </p:sp>
      <p:sp>
        <p:nvSpPr>
          <p:cNvPr id="45" name=""/>
          <p:cNvSpPr/>
          <p:nvPr/>
        </p:nvSpPr>
        <p:spPr>
          <a:xfrm>
            <a:off x="0" y="0"/>
            <a:ext cx="10080000" cy="5040000"/>
          </a:xfrm>
          <a:prstGeom prst="rect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fr-CA" sz="1800" spc="-1" strike="noStrike">
              <a:solidFill>
                <a:srgbClr val="2c3e50"/>
              </a:solidFill>
              <a:latin typeface="Source Sans Pro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60000" y="3780000"/>
            <a:ext cx="9360000" cy="95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50000"/>
              </a:lnSpc>
              <a:buNone/>
            </a:pPr>
            <a:r>
              <a:rPr b="1" lang="fr-CA" sz="3600" spc="-1" strike="noStrike">
                <a:solidFill>
                  <a:srgbClr val="ffffff"/>
                </a:solidFill>
                <a:latin typeface="Source Sans Pro Black"/>
              </a:rPr>
              <a:t>Click to edit the title text format</a:t>
            </a:r>
            <a:endParaRPr b="1" lang="fr-CA" sz="36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60000" y="5220000"/>
            <a:ext cx="9360000" cy="19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9000"/>
          </a:bodyPr>
          <a:p>
            <a:pPr marL="125280" indent="0">
              <a:spcAft>
                <a:spcPts val="870"/>
              </a:spcAft>
            </a:pPr>
            <a:r>
              <a:rPr b="0" lang="fr-CA" sz="2000" spc="-1" strike="noStrike">
                <a:solidFill>
                  <a:srgbClr val="ffffff"/>
                </a:solidFill>
                <a:latin typeface="Source Sans Pro"/>
              </a:rPr>
              <a:t>Click to edit the outline text format</a:t>
            </a: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  <a:p>
            <a:pPr lvl="1" marL="250560" indent="0">
              <a:spcAft>
                <a:spcPts val="1134"/>
              </a:spcAft>
            </a:pPr>
            <a:r>
              <a:rPr b="0" lang="fr-CA" sz="2660" spc="-1" strike="noStrike">
                <a:solidFill>
                  <a:srgbClr val="ffffff"/>
                </a:solidFill>
                <a:latin typeface="Source Sans Pro"/>
              </a:rPr>
              <a:t>Second Outline Level</a:t>
            </a:r>
            <a:endParaRPr b="0" lang="fr-CA" sz="2660" spc="-1" strike="noStrike">
              <a:solidFill>
                <a:srgbClr val="ffffff"/>
              </a:solidFill>
              <a:latin typeface="Source Sans Pro"/>
            </a:endParaRPr>
          </a:p>
          <a:p>
            <a:pPr lvl="2" marL="375840" indent="0">
              <a:spcAft>
                <a:spcPts val="845"/>
              </a:spcAft>
            </a:pPr>
            <a:r>
              <a:rPr b="0" lang="fr-CA" sz="3550" spc="-1" strike="noStrike">
                <a:solidFill>
                  <a:srgbClr val="ffffff"/>
                </a:solidFill>
                <a:latin typeface="Source Sans Pro"/>
              </a:rPr>
              <a:t>Third Outline Level</a:t>
            </a:r>
            <a:endParaRPr b="0" lang="fr-CA" sz="3550" spc="-1" strike="noStrike">
              <a:solidFill>
                <a:srgbClr val="ffffff"/>
              </a:solidFill>
              <a:latin typeface="Source Sans Pro"/>
            </a:endParaRPr>
          </a:p>
          <a:p>
            <a:pPr lvl="3" marL="501120" indent="0">
              <a:spcAft>
                <a:spcPts val="564"/>
              </a:spcAft>
            </a:pPr>
            <a:r>
              <a:rPr b="0" lang="fr-CA" sz="4730" spc="-1" strike="noStrike">
                <a:solidFill>
                  <a:srgbClr val="ffffff"/>
                </a:solidFill>
                <a:latin typeface="Source Sans Pro"/>
              </a:rPr>
              <a:t>Fourth Outline Level</a:t>
            </a:r>
            <a:endParaRPr b="0" lang="fr-CA" sz="4730" spc="-1" strike="noStrike">
              <a:solidFill>
                <a:srgbClr val="ffffff"/>
              </a:solidFill>
              <a:latin typeface="Source Sans Pro"/>
            </a:endParaRPr>
          </a:p>
          <a:p>
            <a:pPr lvl="4" marL="626400" indent="0">
              <a:spcAft>
                <a:spcPts val="281"/>
              </a:spcAft>
            </a:pPr>
            <a:r>
              <a:rPr b="0" lang="fr-CA" sz="6310" spc="-1" strike="noStrike">
                <a:solidFill>
                  <a:srgbClr val="ffffff"/>
                </a:solidFill>
                <a:latin typeface="Source Sans Pro"/>
              </a:rPr>
              <a:t>Fifth Outline Level</a:t>
            </a:r>
            <a:endParaRPr b="0" lang="fr-CA" sz="6310" spc="-1" strike="noStrike">
              <a:solidFill>
                <a:srgbClr val="ffffff"/>
              </a:solidFill>
              <a:latin typeface="Source Sans Pro"/>
            </a:endParaRPr>
          </a:p>
          <a:p>
            <a:pPr lvl="5" marL="751680" indent="0">
              <a:spcAft>
                <a:spcPts val="374"/>
              </a:spcAft>
            </a:pPr>
            <a:r>
              <a:rPr b="0" lang="fr-CA" sz="8410" spc="-1" strike="noStrike">
                <a:solidFill>
                  <a:srgbClr val="ffffff"/>
                </a:solidFill>
                <a:latin typeface="Source Sans Pro"/>
              </a:rPr>
              <a:t>Sixth Outline Level</a:t>
            </a:r>
            <a:endParaRPr b="0" lang="fr-CA" sz="8410" spc="-1" strike="noStrike">
              <a:solidFill>
                <a:srgbClr val="ffffff"/>
              </a:solidFill>
              <a:latin typeface="Source Sans Pro"/>
            </a:endParaRPr>
          </a:p>
          <a:p>
            <a:pPr lvl="6" marL="876960" indent="0">
              <a:spcAft>
                <a:spcPts val="496"/>
              </a:spcAft>
            </a:pPr>
            <a:r>
              <a:rPr b="0" lang="fr-CA" sz="11220" spc="-1" strike="noStrike">
                <a:solidFill>
                  <a:srgbClr val="ffffff"/>
                </a:solidFill>
                <a:latin typeface="Source Sans Pro"/>
              </a:rPr>
              <a:t>Seventh Outline Level</a:t>
            </a:r>
            <a:endParaRPr b="0" lang="fr-CA" sz="1122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"/>
          </p:nvPr>
        </p:nvSpPr>
        <p:spPr>
          <a:xfrm>
            <a:off x="360000" y="7200000"/>
            <a:ext cx="2880000" cy="36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1" lang="fr-CA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>
              <a:buNone/>
            </a:pPr>
            <a:r>
              <a:rPr b="1" lang="fr-CA" sz="1800" spc="-1" strike="noStrike">
                <a:solidFill>
                  <a:srgbClr val="ffffff"/>
                </a:solidFill>
                <a:latin typeface="Source Sans Pro Black"/>
              </a:rPr>
              <a:t>&lt;date/time&gt;</a:t>
            </a:r>
            <a:endParaRPr b="1" lang="fr-CA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4"/>
          </p:nvPr>
        </p:nvSpPr>
        <p:spPr>
          <a:xfrm>
            <a:off x="3420000" y="7200000"/>
            <a:ext cx="3240000" cy="36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1" lang="fr-CA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ctr">
              <a:buNone/>
            </a:pPr>
            <a:r>
              <a:rPr b="1" lang="fr-CA" sz="1800" spc="-1" strike="noStrike">
                <a:solidFill>
                  <a:srgbClr val="ffffff"/>
                </a:solidFill>
                <a:latin typeface="Source Sans Pro Black"/>
              </a:rPr>
              <a:t>&lt;footer&gt;</a:t>
            </a:r>
            <a:endParaRPr b="1" lang="fr-CA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5"/>
          </p:nvPr>
        </p:nvSpPr>
        <p:spPr>
          <a:xfrm>
            <a:off x="9180000" y="6840000"/>
            <a:ext cx="720000" cy="72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1" lang="fr-CA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ctr">
              <a:buNone/>
            </a:pPr>
            <a:fld id="{2E02179A-FE76-437D-A67A-52B04A7950DA}" type="slidenum">
              <a:rPr b="1" lang="fr-CA" sz="1800" spc="-1" strike="noStrike">
                <a:solidFill>
                  <a:srgbClr val="ffffff"/>
                </a:solidFill>
                <a:latin typeface="Source Sans Pro Black"/>
              </a:rPr>
              <a:t>&lt;number&gt;</a:t>
            </a:fld>
            <a:endParaRPr b="1" lang="fr-CA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>
            <a:off x="0" y="0"/>
            <a:ext cx="10080000" cy="7560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fr-CA" sz="1800" spc="-1" strike="noStrike">
              <a:solidFill>
                <a:srgbClr val="2c3e50"/>
              </a:solidFill>
              <a:latin typeface="Source Sans Pro"/>
            </a:endParaRPr>
          </a:p>
        </p:txBody>
      </p:sp>
      <p:sp>
        <p:nvSpPr>
          <p:cNvPr id="88" name=""/>
          <p:cNvSpPr/>
          <p:nvPr/>
        </p:nvSpPr>
        <p:spPr>
          <a:xfrm>
            <a:off x="2520000" y="1799640"/>
            <a:ext cx="5040000" cy="2520000"/>
          </a:xfrm>
          <a:prstGeom prst="wedgeRectCallout">
            <a:avLst>
              <a:gd name="adj1" fmla="val -34032"/>
              <a:gd name="adj2" fmla="val 86708"/>
            </a:avLst>
          </a:prstGeom>
          <a:solidFill>
            <a:srgbClr val="ffffff"/>
          </a:solidFill>
          <a:ln w="720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20600" rIns="120600" tIns="75600" bIns="75600" anchor="ctr">
            <a:noAutofit/>
          </a:bodyPr>
          <a:p>
            <a:pPr algn="ctr"/>
            <a:endParaRPr b="0" lang="fr-CA" sz="1800" spc="-1" strike="noStrike">
              <a:solidFill>
                <a:srgbClr val="2c3e50"/>
              </a:solidFill>
              <a:latin typeface="Source Sans Pro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2700000" y="198000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r>
              <a:rPr b="1" lang="fr-CA" sz="3600" spc="-1" strike="noStrike">
                <a:solidFill>
                  <a:srgbClr val="2c3e50"/>
                </a:solidFill>
                <a:latin typeface="Source Sans Pro Black"/>
              </a:rPr>
              <a:t>Click to edit the title text format</a:t>
            </a:r>
            <a:endParaRPr b="1" lang="fr-CA" sz="3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3420000" y="4320000"/>
            <a:ext cx="630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2000"/>
          </a:bodyPr>
          <a:p>
            <a:pPr marL="138240" indent="0">
              <a:spcAft>
                <a:spcPts val="870"/>
              </a:spcAft>
            </a:pPr>
            <a:r>
              <a:rPr b="0" lang="fr-CA" sz="2000" spc="-1" strike="noStrike">
                <a:solidFill>
                  <a:srgbClr val="ffffff"/>
                </a:solidFill>
                <a:latin typeface="Source Sans Pro"/>
              </a:rPr>
              <a:t>Click to edit the outline text format</a:t>
            </a:r>
            <a:endParaRPr b="0" lang="fr-CA" sz="2000" spc="-1" strike="noStrike">
              <a:solidFill>
                <a:srgbClr val="ffffff"/>
              </a:solidFill>
              <a:latin typeface="Source Sans Pro"/>
            </a:endParaRPr>
          </a:p>
          <a:p>
            <a:pPr lvl="1" marL="276480" indent="0">
              <a:spcAft>
                <a:spcPts val="1134"/>
              </a:spcAft>
            </a:pPr>
            <a:r>
              <a:rPr b="0" lang="fr-CA" sz="2660" spc="-1" strike="noStrike">
                <a:solidFill>
                  <a:srgbClr val="ffffff"/>
                </a:solidFill>
                <a:latin typeface="Source Sans Pro"/>
              </a:rPr>
              <a:t>Second Outline Level</a:t>
            </a:r>
            <a:endParaRPr b="0" lang="fr-CA" sz="2660" spc="-1" strike="noStrike">
              <a:solidFill>
                <a:srgbClr val="ffffff"/>
              </a:solidFill>
              <a:latin typeface="Source Sans Pro"/>
            </a:endParaRPr>
          </a:p>
          <a:p>
            <a:pPr lvl="2" marL="414720" indent="0">
              <a:spcAft>
                <a:spcPts val="845"/>
              </a:spcAft>
            </a:pPr>
            <a:r>
              <a:rPr b="0" lang="fr-CA" sz="3550" spc="-1" strike="noStrike">
                <a:solidFill>
                  <a:srgbClr val="ffffff"/>
                </a:solidFill>
                <a:latin typeface="Source Sans Pro"/>
              </a:rPr>
              <a:t>Third Outline Level</a:t>
            </a:r>
            <a:endParaRPr b="0" lang="fr-CA" sz="3550" spc="-1" strike="noStrike">
              <a:solidFill>
                <a:srgbClr val="ffffff"/>
              </a:solidFill>
              <a:latin typeface="Source Sans Pro"/>
            </a:endParaRPr>
          </a:p>
          <a:p>
            <a:pPr lvl="3" marL="552960" indent="0">
              <a:spcAft>
                <a:spcPts val="564"/>
              </a:spcAft>
            </a:pPr>
            <a:r>
              <a:rPr b="0" lang="fr-CA" sz="4730" spc="-1" strike="noStrike">
                <a:solidFill>
                  <a:srgbClr val="ffffff"/>
                </a:solidFill>
                <a:latin typeface="Source Sans Pro"/>
              </a:rPr>
              <a:t>Fourth Outline Level</a:t>
            </a:r>
            <a:endParaRPr b="0" lang="fr-CA" sz="4730" spc="-1" strike="noStrike">
              <a:solidFill>
                <a:srgbClr val="ffffff"/>
              </a:solidFill>
              <a:latin typeface="Source Sans Pro"/>
            </a:endParaRPr>
          </a:p>
          <a:p>
            <a:pPr lvl="4" marL="691200" indent="0">
              <a:spcAft>
                <a:spcPts val="281"/>
              </a:spcAft>
            </a:pPr>
            <a:r>
              <a:rPr b="0" lang="fr-CA" sz="6310" spc="-1" strike="noStrike">
                <a:solidFill>
                  <a:srgbClr val="ffffff"/>
                </a:solidFill>
                <a:latin typeface="Source Sans Pro"/>
              </a:rPr>
              <a:t>Fifth Outline Level</a:t>
            </a:r>
            <a:endParaRPr b="0" lang="fr-CA" sz="6310" spc="-1" strike="noStrike">
              <a:solidFill>
                <a:srgbClr val="ffffff"/>
              </a:solidFill>
              <a:latin typeface="Source Sans Pro"/>
            </a:endParaRPr>
          </a:p>
          <a:p>
            <a:pPr lvl="5" marL="829440" indent="0">
              <a:spcAft>
                <a:spcPts val="374"/>
              </a:spcAft>
            </a:pPr>
            <a:r>
              <a:rPr b="0" lang="fr-CA" sz="8410" spc="-1" strike="noStrike">
                <a:solidFill>
                  <a:srgbClr val="ffffff"/>
                </a:solidFill>
                <a:latin typeface="Source Sans Pro"/>
              </a:rPr>
              <a:t>Sixth Outline Level</a:t>
            </a:r>
            <a:endParaRPr b="0" lang="fr-CA" sz="8410" spc="-1" strike="noStrike">
              <a:solidFill>
                <a:srgbClr val="ffffff"/>
              </a:solidFill>
              <a:latin typeface="Source Sans Pro"/>
            </a:endParaRPr>
          </a:p>
          <a:p>
            <a:pPr lvl="6" marL="967680" indent="0">
              <a:spcAft>
                <a:spcPts val="496"/>
              </a:spcAft>
            </a:pPr>
            <a:r>
              <a:rPr b="0" lang="fr-CA" sz="11220" spc="-1" strike="noStrike">
                <a:solidFill>
                  <a:srgbClr val="ffffff"/>
                </a:solidFill>
                <a:latin typeface="Source Sans Pro"/>
              </a:rPr>
              <a:t>Seventh Outline Level</a:t>
            </a:r>
            <a:endParaRPr b="0" lang="fr-CA" sz="1122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dt" idx="6"/>
          </p:nvPr>
        </p:nvSpPr>
        <p:spPr>
          <a:xfrm>
            <a:off x="360000" y="7200000"/>
            <a:ext cx="2880000" cy="36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1" lang="fr-CA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>
              <a:buNone/>
            </a:pPr>
            <a:r>
              <a:rPr b="1" lang="fr-CA" sz="1800" spc="-1" strike="noStrike">
                <a:solidFill>
                  <a:srgbClr val="ffffff"/>
                </a:solidFill>
                <a:latin typeface="Source Sans Pro Black"/>
              </a:rPr>
              <a:t>&lt;date/time&gt;</a:t>
            </a:r>
            <a:endParaRPr b="1" lang="fr-CA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ftr" idx="7"/>
          </p:nvPr>
        </p:nvSpPr>
        <p:spPr>
          <a:xfrm>
            <a:off x="3420000" y="7200000"/>
            <a:ext cx="3240000" cy="36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1" lang="fr-CA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ctr">
              <a:buNone/>
            </a:pPr>
            <a:r>
              <a:rPr b="1" lang="fr-CA" sz="1800" spc="-1" strike="noStrike">
                <a:solidFill>
                  <a:srgbClr val="ffffff"/>
                </a:solidFill>
                <a:latin typeface="Source Sans Pro Black"/>
              </a:rPr>
              <a:t>&lt;footer&gt;</a:t>
            </a:r>
            <a:endParaRPr b="1" lang="fr-CA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sldNum" idx="8"/>
          </p:nvPr>
        </p:nvSpPr>
        <p:spPr>
          <a:xfrm>
            <a:off x="9180000" y="6840000"/>
            <a:ext cx="720000" cy="72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1" lang="fr-CA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ctr">
              <a:buNone/>
            </a:pPr>
            <a:fld id="{9CD511B9-8C38-452F-9C15-58468C92E22E}" type="slidenum">
              <a:rPr b="1" lang="fr-CA" sz="1800" spc="-1" strike="noStrike">
                <a:solidFill>
                  <a:srgbClr val="ffffff"/>
                </a:solidFill>
                <a:latin typeface="Source Sans Pro Black"/>
              </a:rPr>
              <a:t>&lt;number&gt;</a:t>
            </a:fld>
            <a:endParaRPr b="1" lang="fr-CA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360000" y="2016000"/>
            <a:ext cx="9360000" cy="344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CA" sz="3600" spc="-1" strike="noStrike">
                <a:solidFill>
                  <a:srgbClr val="ffffff"/>
                </a:solidFill>
                <a:latin typeface="Source Sans Pro Black"/>
              </a:rPr>
              <a:t>Fondements sur Git</a:t>
            </a:r>
            <a:endParaRPr b="1" lang="fr-CA" sz="36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subTitle"/>
          </p:nvPr>
        </p:nvSpPr>
        <p:spPr>
          <a:xfrm>
            <a:off x="360000" y="5267880"/>
            <a:ext cx="9360000" cy="19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CA" sz="1000" spc="-1" strike="noStrike">
                <a:solidFill>
                  <a:srgbClr val="ffffff"/>
                </a:solidFill>
                <a:latin typeface="Source Sans Pro"/>
              </a:rPr>
              <a:t>Copyright (C) 2025 Etienne Dubé</a:t>
            </a:r>
            <a:endParaRPr b="0" lang="fr-CA" sz="1000" spc="-1" strike="noStrike">
              <a:solidFill>
                <a:srgbClr val="ffffff"/>
              </a:solidFill>
              <a:latin typeface="Source Sans Pro"/>
            </a:endParaRPr>
          </a:p>
          <a:p>
            <a:pPr indent="0" algn="ctr">
              <a:buNone/>
            </a:pPr>
            <a:r>
              <a:rPr b="0" lang="fr-CA" sz="1000" spc="-1" strike="noStrike">
                <a:solidFill>
                  <a:srgbClr val="ffffff"/>
                </a:solidFill>
                <a:latin typeface="Source Sans Pro"/>
              </a:rPr>
              <a:t>Cette présentation est mise à disposition selon les termes de la Licence Creative Commons Paternité - </a:t>
            </a:r>
            <a:r>
              <a:rPr b="0" lang="fr-CA" sz="1000" spc="-1" strike="noStrike">
                <a:solidFill>
                  <a:srgbClr val="ffffff"/>
                </a:solidFill>
                <a:latin typeface="Source Sans Pro"/>
              </a:rPr>
              <a:t>Partage des Conditions Initiales à l'Identique 4.0 International (CC BY-SA 4.0)</a:t>
            </a:r>
            <a:endParaRPr b="0" lang="fr-CA" sz="1000" spc="-1" strike="noStrike">
              <a:solidFill>
                <a:srgbClr val="ffffff"/>
              </a:solidFill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60000" y="300960"/>
            <a:ext cx="9360000" cy="95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fr-CA" sz="3600" spc="-1" strike="noStrike">
                <a:solidFill>
                  <a:srgbClr val="ffffff"/>
                </a:solidFill>
                <a:latin typeface="Source Sans Pro Black"/>
              </a:rPr>
              <a:t> </a:t>
            </a:r>
            <a:endParaRPr b="1" lang="fr-CA" sz="36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ubTitle"/>
          </p:nvPr>
        </p:nvSpPr>
        <p:spPr>
          <a:xfrm>
            <a:off x="360000" y="1980000"/>
            <a:ext cx="9360000" cy="50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CA" sz="4200" spc="-1" strike="noStrike">
                <a:solidFill>
                  <a:srgbClr val="2c3e50"/>
                </a:solidFill>
                <a:latin typeface="Source Sans Pro"/>
              </a:rPr>
              <a:t>Systèmes de contrôle de versions (SCV)</a:t>
            </a:r>
            <a:endParaRPr b="0" lang="fr-CA" sz="4200" spc="-1" strike="noStrike">
              <a:solidFill>
                <a:srgbClr val="2c3e50"/>
              </a:solidFill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360000" y="300960"/>
            <a:ext cx="9360000" cy="95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fr-CA" sz="3600" spc="-1" strike="noStrike">
                <a:solidFill>
                  <a:srgbClr val="ffffff"/>
                </a:solidFill>
                <a:latin typeface="Source Sans Pro Black"/>
              </a:rPr>
              <a:t>Pourquoi un SCV?</a:t>
            </a:r>
            <a:endParaRPr b="1" lang="fr-CA" sz="36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360000" y="1980000"/>
            <a:ext cx="9360000" cy="50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0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fr-CA" sz="3200" spc="-1" strike="noStrike">
                <a:solidFill>
                  <a:srgbClr val="2c3e50"/>
                </a:solidFill>
                <a:latin typeface="Source Sans Pro Semibold"/>
              </a:rPr>
              <a:t>Mise en situation : un projet logiciel qui évolue dans le temps et sur lequel une équipe de plusieurs membres travaille.</a:t>
            </a:r>
            <a:endParaRPr b="1" lang="fr-CA" sz="3200" spc="-1" strike="noStrike">
              <a:solidFill>
                <a:srgbClr val="2c3e50"/>
              </a:solidFill>
              <a:latin typeface="Source Sans Pro Semibold"/>
            </a:endParaRPr>
          </a:p>
          <a:p>
            <a:pPr lvl="1" marL="864000" indent="-324000">
              <a:spcAft>
                <a:spcPts val="1134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fr-CA" sz="2800" spc="-1" strike="noStrike">
                <a:solidFill>
                  <a:srgbClr val="2c3e50"/>
                </a:solidFill>
                <a:latin typeface="Source Sans Pro"/>
              </a:rPr>
              <a:t>Actuellement, les développeurs modifient le code dans un répertoire partagé en réseau.</a:t>
            </a:r>
            <a:endParaRPr b="0" lang="fr-CA" sz="2800" spc="-1" strike="noStrike">
              <a:solidFill>
                <a:srgbClr val="2c3e50"/>
              </a:solidFill>
              <a:latin typeface="Source Sans Pro"/>
            </a:endParaRPr>
          </a:p>
          <a:p>
            <a:pPr lvl="1" marL="864000" indent="-324000">
              <a:spcAft>
                <a:spcPts val="1134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fr-CA" sz="2800" spc="-1" strike="noStrike">
                <a:solidFill>
                  <a:srgbClr val="2c3e50"/>
                </a:solidFill>
                <a:latin typeface="Source Sans Pro"/>
              </a:rPr>
              <a:t>Le code sur le serveur est toujours le plus récent (pas d’historique).</a:t>
            </a:r>
            <a:endParaRPr b="0" lang="fr-CA" sz="2800" spc="-1" strike="noStrike">
              <a:solidFill>
                <a:srgbClr val="2c3e50"/>
              </a:solidFill>
              <a:latin typeface="Source Sans Pro"/>
            </a:endParaRPr>
          </a:p>
          <a:p>
            <a:pPr marL="432000" indent="0">
              <a:spcAft>
                <a:spcPts val="1409"/>
              </a:spcAft>
              <a:buNone/>
            </a:pPr>
            <a:endParaRPr b="1" lang="fr-CA" sz="32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0">
              <a:spcAft>
                <a:spcPts val="1409"/>
              </a:spcAft>
              <a:buNone/>
            </a:pPr>
            <a:endParaRPr b="1" lang="fr-CA" sz="3200" spc="-1" strike="noStrike">
              <a:solidFill>
                <a:srgbClr val="2c3e50"/>
              </a:solidFill>
              <a:latin typeface="Source Sans Pro Semibol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360000" y="300960"/>
            <a:ext cx="9360000" cy="95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fr-CA" sz="3600" spc="-1" strike="noStrike">
                <a:solidFill>
                  <a:srgbClr val="ffffff"/>
                </a:solidFill>
                <a:latin typeface="Source Sans Pro Black"/>
              </a:rPr>
              <a:t>Pourquoi un SCV?</a:t>
            </a:r>
            <a:endParaRPr b="1" lang="fr-CA" sz="36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360000" y="1980000"/>
            <a:ext cx="9360000" cy="50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000"/>
          </a:bodyPr>
          <a:p>
            <a:pPr marL="423360" indent="-317520">
              <a:spcAft>
                <a:spcPts val="140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fr-CA" sz="3200" spc="-1" strike="noStrike">
                <a:solidFill>
                  <a:srgbClr val="2c3e50"/>
                </a:solidFill>
                <a:latin typeface="Source Sans Pro Semibold"/>
              </a:rPr>
              <a:t>Difficultés sans SCV</a:t>
            </a:r>
            <a:endParaRPr b="1" lang="fr-CA" sz="3200" spc="-1" strike="noStrike">
              <a:solidFill>
                <a:srgbClr val="2c3e50"/>
              </a:solidFill>
              <a:latin typeface="Source Sans Pro Semibold"/>
            </a:endParaRPr>
          </a:p>
          <a:p>
            <a:pPr lvl="1" marL="846720" indent="-317520">
              <a:spcAft>
                <a:spcPts val="1134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fr-CA" sz="2800" spc="-1" strike="noStrike">
                <a:solidFill>
                  <a:srgbClr val="2c3e50"/>
                </a:solidFill>
                <a:latin typeface="Source Sans Pro"/>
              </a:rPr>
              <a:t>Retour en arrière suite à un bogue ou retrait d’une modification.</a:t>
            </a:r>
            <a:endParaRPr b="0" lang="fr-CA" sz="2800" spc="-1" strike="noStrike">
              <a:solidFill>
                <a:srgbClr val="2c3e50"/>
              </a:solidFill>
              <a:latin typeface="Source Sans Pro"/>
            </a:endParaRPr>
          </a:p>
          <a:p>
            <a:pPr lvl="1" marL="846720" indent="-317520">
              <a:spcAft>
                <a:spcPts val="1134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fr-CA" sz="2800" spc="-1" strike="noStrike">
                <a:solidFill>
                  <a:srgbClr val="2c3e50"/>
                </a:solidFill>
                <a:latin typeface="Source Sans Pro"/>
              </a:rPr>
              <a:t>Pas de méthode claire pour gérer plusieurs versions en parallèle (p.ex. prochaine relâche vs. correctifs en production).</a:t>
            </a:r>
            <a:endParaRPr b="0" lang="fr-CA" sz="2800" spc="-1" strike="noStrike">
              <a:solidFill>
                <a:srgbClr val="2c3e50"/>
              </a:solidFill>
              <a:latin typeface="Source Sans Pro"/>
            </a:endParaRPr>
          </a:p>
          <a:p>
            <a:pPr lvl="1" marL="846720" indent="-317520">
              <a:spcAft>
                <a:spcPts val="1134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fr-CA" sz="2800" spc="-1" strike="noStrike">
                <a:solidFill>
                  <a:srgbClr val="2c3e50"/>
                </a:solidFill>
                <a:latin typeface="Source Sans Pro"/>
              </a:rPr>
              <a:t>Conflits de modifications (p.ex. fichiers écrasés si deux personnes travaillent dans le même module).</a:t>
            </a:r>
            <a:endParaRPr b="0" lang="fr-CA" sz="2800" spc="-1" strike="noStrike">
              <a:solidFill>
                <a:srgbClr val="2c3e50"/>
              </a:solidFill>
              <a:latin typeface="Source Sans Pro"/>
            </a:endParaRPr>
          </a:p>
          <a:p>
            <a:pPr lvl="1" marL="846720" indent="-317520">
              <a:spcAft>
                <a:spcPts val="1134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fr-CA" sz="2800" spc="-1" strike="noStrike">
                <a:solidFill>
                  <a:srgbClr val="2c3e50"/>
                </a:solidFill>
                <a:latin typeface="Source Sans Pro"/>
              </a:rPr>
              <a:t>Pas d’historique : aucune information sur quand et par qui quelque chose a été changé.</a:t>
            </a:r>
            <a:endParaRPr b="0" lang="fr-CA" sz="2800" spc="-1" strike="noStrike">
              <a:solidFill>
                <a:srgbClr val="2c3e50"/>
              </a:solidFill>
              <a:latin typeface="Source Sans Pro"/>
            </a:endParaRPr>
          </a:p>
          <a:p>
            <a:pPr lvl="1" marL="846720" indent="0">
              <a:spcAft>
                <a:spcPts val="1134"/>
              </a:spcAft>
              <a:buNone/>
            </a:pPr>
            <a:r>
              <a:rPr b="0" lang="fr-CA" sz="2800" spc="-1" strike="noStrike">
                <a:solidFill>
                  <a:srgbClr val="2c3e50"/>
                </a:solidFill>
                <a:latin typeface="Source Sans Pro"/>
              </a:rPr>
              <a:t> </a:t>
            </a:r>
            <a:endParaRPr b="0" lang="fr-CA" sz="2800" spc="-1" strike="noStrike">
              <a:solidFill>
                <a:srgbClr val="2c3e50"/>
              </a:solidFill>
              <a:latin typeface="Source Sans Pro"/>
            </a:endParaRPr>
          </a:p>
          <a:p>
            <a:pPr marL="423360" indent="0">
              <a:spcAft>
                <a:spcPts val="1409"/>
              </a:spcAft>
              <a:buNone/>
            </a:pPr>
            <a:endParaRPr b="1" lang="fr-CA" sz="3200" spc="-1" strike="noStrike">
              <a:solidFill>
                <a:srgbClr val="2c3e50"/>
              </a:solidFill>
              <a:latin typeface="Source Sans Pro Semibold"/>
            </a:endParaRPr>
          </a:p>
          <a:p>
            <a:pPr marL="423360" indent="0">
              <a:spcAft>
                <a:spcPts val="1409"/>
              </a:spcAft>
              <a:buNone/>
            </a:pPr>
            <a:endParaRPr b="1" lang="fr-CA" sz="3200" spc="-1" strike="noStrike">
              <a:solidFill>
                <a:srgbClr val="2c3e50"/>
              </a:solidFill>
              <a:latin typeface="Source Sans Pro Semibol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360000" y="300960"/>
            <a:ext cx="9360000" cy="95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fr-CA" sz="3600" spc="-1" strike="noStrike">
                <a:solidFill>
                  <a:srgbClr val="ffffff"/>
                </a:solidFill>
                <a:latin typeface="Source Sans Pro Black"/>
              </a:rPr>
              <a:t>Qu’est-ce qu’un SCV?</a:t>
            </a:r>
            <a:endParaRPr b="1" lang="fr-CA" sz="36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360000" y="1980000"/>
            <a:ext cx="9360000" cy="50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0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fr-CA" sz="3200" spc="-1" strike="noStrike">
                <a:solidFill>
                  <a:srgbClr val="2c3e50"/>
                </a:solidFill>
                <a:latin typeface="Source Sans Pro Semibold"/>
              </a:rPr>
              <a:t>Un système de contrôle de versions (SCV) sert à gérer le versionnement d’un ensemble de fichiers et de répertoires.</a:t>
            </a:r>
            <a:endParaRPr b="1" lang="fr-CA" sz="3200" spc="-1" strike="noStrike">
              <a:solidFill>
                <a:srgbClr val="2c3e50"/>
              </a:solidFill>
              <a:latin typeface="Source Sans Pro Semibold"/>
            </a:endParaRPr>
          </a:p>
          <a:p>
            <a:pPr lvl="1" marL="864000" indent="-324000">
              <a:spcAft>
                <a:spcPts val="1134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fr-CA" sz="2800" spc="-1" strike="noStrike">
                <a:solidFill>
                  <a:srgbClr val="2c3e50"/>
                </a:solidFill>
                <a:latin typeface="Source Sans Pro"/>
              </a:rPr>
              <a:t>Garde l’historique des modifications.</a:t>
            </a:r>
            <a:endParaRPr b="0" lang="fr-CA" sz="2800" spc="-1" strike="noStrike">
              <a:solidFill>
                <a:srgbClr val="2c3e50"/>
              </a:solidFill>
              <a:latin typeface="Source Sans Pro"/>
            </a:endParaRPr>
          </a:p>
          <a:p>
            <a:pPr lvl="1" marL="864000" indent="-324000">
              <a:spcAft>
                <a:spcPts val="1134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fr-CA" sz="2800" spc="-1" strike="noStrike">
                <a:solidFill>
                  <a:srgbClr val="2c3e50"/>
                </a:solidFill>
                <a:latin typeface="Source Sans Pro"/>
              </a:rPr>
              <a:t>Permet de revenir à une version antérieure.</a:t>
            </a:r>
            <a:endParaRPr b="0" lang="fr-CA" sz="2800" spc="-1" strike="noStrike">
              <a:solidFill>
                <a:srgbClr val="2c3e50"/>
              </a:solidFill>
              <a:latin typeface="Source Sans Pro"/>
            </a:endParaRPr>
          </a:p>
          <a:p>
            <a:pPr lvl="1" marL="864000" indent="-324000">
              <a:spcAft>
                <a:spcPts val="1134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fr-CA" sz="2800" spc="-1" strike="noStrike">
                <a:solidFill>
                  <a:srgbClr val="2c3e50"/>
                </a:solidFill>
                <a:latin typeface="Source Sans Pro"/>
              </a:rPr>
              <a:t>Gère les modifications concurrentes.</a:t>
            </a:r>
            <a:endParaRPr b="0" lang="fr-CA" sz="2800" spc="-1" strike="noStrike">
              <a:solidFill>
                <a:srgbClr val="2c3e50"/>
              </a:solidFill>
              <a:latin typeface="Source Sans Pro"/>
            </a:endParaRPr>
          </a:p>
          <a:p>
            <a:pPr marL="432000" indent="0">
              <a:spcAft>
                <a:spcPts val="1409"/>
              </a:spcAft>
              <a:buNone/>
            </a:pPr>
            <a:endParaRPr b="1" lang="fr-CA" sz="32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0">
              <a:spcAft>
                <a:spcPts val="1409"/>
              </a:spcAft>
              <a:buNone/>
            </a:pPr>
            <a:endParaRPr b="1" lang="fr-CA" sz="3200" spc="-1" strike="noStrike">
              <a:solidFill>
                <a:srgbClr val="2c3e50"/>
              </a:solidFill>
              <a:latin typeface="Source Sans Pro Semibol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360000" y="300960"/>
            <a:ext cx="9360000" cy="95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fr-CA" sz="3600" spc="-1" strike="noStrike">
                <a:solidFill>
                  <a:srgbClr val="ffffff"/>
                </a:solidFill>
                <a:latin typeface="Source Sans Pro Black"/>
              </a:rPr>
              <a:t>Architecture des SCV</a:t>
            </a:r>
            <a:endParaRPr b="1" lang="fr-CA" sz="36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360000" y="1980000"/>
            <a:ext cx="93600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0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fr-CA" sz="3200" spc="-1" strike="noStrike">
                <a:solidFill>
                  <a:srgbClr val="2c3e50"/>
                </a:solidFill>
                <a:latin typeface="Source Sans Pro Semibold"/>
              </a:rPr>
              <a:t>Traditionnellement, architecture client-serveur :</a:t>
            </a:r>
            <a:endParaRPr b="1" lang="fr-CA" sz="3200" spc="-1" strike="noStrike">
              <a:solidFill>
                <a:srgbClr val="2c3e50"/>
              </a:solidFill>
              <a:latin typeface="Source Sans Pro Semibold"/>
            </a:endParaRPr>
          </a:p>
          <a:p>
            <a:pPr lvl="1" marL="864000" indent="-324000">
              <a:spcAft>
                <a:spcPts val="1134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fr-CA" sz="2800" spc="-1" strike="noStrike">
                <a:solidFill>
                  <a:srgbClr val="2c3e50"/>
                </a:solidFill>
                <a:latin typeface="Source Sans Pro"/>
              </a:rPr>
              <a:t>CVS, Subversion, Perforce, MS SourceSafe</a:t>
            </a:r>
            <a:endParaRPr b="0" lang="fr-CA" sz="2800" spc="-1" strike="noStrike">
              <a:solidFill>
                <a:srgbClr val="2c3e50"/>
              </a:solidFill>
              <a:latin typeface="Source Sans Pro"/>
            </a:endParaRPr>
          </a:p>
          <a:p>
            <a:pPr marL="432000" indent="0">
              <a:spcAft>
                <a:spcPts val="1409"/>
              </a:spcAft>
              <a:buNone/>
            </a:pPr>
            <a:endParaRPr b="1" lang="fr-CA" sz="32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0">
              <a:spcAft>
                <a:spcPts val="1409"/>
              </a:spcAft>
              <a:buNone/>
            </a:pPr>
            <a:endParaRPr b="1" lang="fr-CA" sz="3200" spc="-1" strike="noStrike">
              <a:solidFill>
                <a:srgbClr val="2c3e50"/>
              </a:solidFill>
              <a:latin typeface="Source Sans Pro Semibold"/>
            </a:endParaRPr>
          </a:p>
        </p:txBody>
      </p:sp>
      <p:grpSp>
        <p:nvGrpSpPr>
          <p:cNvPr id="142" name="server 1"/>
          <p:cNvGrpSpPr/>
          <p:nvPr/>
        </p:nvGrpSpPr>
        <p:grpSpPr>
          <a:xfrm>
            <a:off x="5760000" y="4455000"/>
            <a:ext cx="1080000" cy="900000"/>
            <a:chOff x="5760000" y="4455000"/>
            <a:chExt cx="1080000" cy="900000"/>
          </a:xfrm>
        </p:grpSpPr>
        <p:grpSp>
          <p:nvGrpSpPr>
            <p:cNvPr id="143" name=""/>
            <p:cNvGrpSpPr/>
            <p:nvPr/>
          </p:nvGrpSpPr>
          <p:grpSpPr>
            <a:xfrm>
              <a:off x="5760000" y="4455000"/>
              <a:ext cx="1080000" cy="225000"/>
              <a:chOff x="5760000" y="4455000"/>
              <a:chExt cx="1080000" cy="225000"/>
            </a:xfrm>
          </p:grpSpPr>
          <p:sp>
            <p:nvSpPr>
              <p:cNvPr id="144" name=""/>
              <p:cNvSpPr/>
              <p:nvPr/>
            </p:nvSpPr>
            <p:spPr>
              <a:xfrm>
                <a:off x="5760000" y="4455000"/>
                <a:ext cx="1080000" cy="225000"/>
              </a:xfrm>
              <a:prstGeom prst="rect">
                <a:avLst/>
              </a:prstGeom>
              <a:solidFill>
                <a:srgbClr val="3465a4"/>
              </a:solidFill>
              <a:ln cap="rnd" w="19080">
                <a:solidFill>
                  <a:srgbClr val="ffffff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pPr algn="ctr"/>
                <a:endParaRPr b="0" lang="fr-CA" sz="1800" spc="-1" strike="noStrike">
                  <a:solidFill>
                    <a:srgbClr val="000000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145" name=""/>
              <p:cNvSpPr/>
              <p:nvPr/>
            </p:nvSpPr>
            <p:spPr>
              <a:xfrm>
                <a:off x="5850000" y="4545000"/>
                <a:ext cx="45000" cy="45000"/>
              </a:xfrm>
              <a:prstGeom prst="ellipse">
                <a:avLst/>
              </a:prstGeom>
              <a:solidFill>
                <a:srgbClr val="3465a4"/>
              </a:solidFill>
              <a:ln cap="rnd" w="19080">
                <a:solidFill>
                  <a:srgbClr val="ffffff"/>
                </a:solidFill>
                <a:round/>
              </a:ln>
            </p:spPr>
            <p:txBody>
              <a:bodyPr lIns="99360" rIns="99360" tIns="-9360" bIns="-9360" anchor="ctr">
                <a:noAutofit/>
              </a:bodyPr>
              <a:p>
                <a:pPr algn="ctr"/>
                <a:endParaRPr b="0" lang="fr-CA" sz="1800" spc="-1" strike="noStrike">
                  <a:solidFill>
                    <a:srgbClr val="000000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146" name=""/>
              <p:cNvSpPr/>
              <p:nvPr/>
            </p:nvSpPr>
            <p:spPr>
              <a:xfrm>
                <a:off x="6570000" y="4500000"/>
                <a:ext cx="135360" cy="135000"/>
              </a:xfrm>
              <a:prstGeom prst="ellipse">
                <a:avLst/>
              </a:prstGeom>
              <a:solidFill>
                <a:srgbClr val="729fcf">
                  <a:alpha val="30000"/>
                </a:srgbClr>
              </a:solidFill>
              <a:ln cap="rnd" w="19080">
                <a:solidFill>
                  <a:srgbClr val="ffffff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pPr algn="ctr"/>
                <a:endParaRPr b="0" lang="fr-CA" sz="1800" spc="-1" strike="noStrike">
                  <a:solidFill>
                    <a:srgbClr val="000000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147" name=""/>
              <p:cNvSpPr/>
              <p:nvPr/>
            </p:nvSpPr>
            <p:spPr>
              <a:xfrm>
                <a:off x="6030360" y="4545000"/>
                <a:ext cx="45000" cy="45000"/>
              </a:xfrm>
              <a:prstGeom prst="ellipse">
                <a:avLst/>
              </a:prstGeom>
              <a:solidFill>
                <a:srgbClr val="3465a4"/>
              </a:solidFill>
              <a:ln cap="rnd" w="19080">
                <a:solidFill>
                  <a:srgbClr val="ffffff"/>
                </a:solidFill>
                <a:round/>
              </a:ln>
            </p:spPr>
            <p:txBody>
              <a:bodyPr lIns="99360" rIns="99360" tIns="-9360" bIns="-9360" anchor="ctr">
                <a:noAutofit/>
              </a:bodyPr>
              <a:p>
                <a:pPr algn="ctr"/>
                <a:endParaRPr b="0" lang="fr-CA" sz="1800" spc="-1" strike="noStrike">
                  <a:solidFill>
                    <a:srgbClr val="000000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148" name=""/>
              <p:cNvSpPr/>
              <p:nvPr/>
            </p:nvSpPr>
            <p:spPr>
              <a:xfrm>
                <a:off x="5940360" y="4545000"/>
                <a:ext cx="45000" cy="45000"/>
              </a:xfrm>
              <a:prstGeom prst="ellipse">
                <a:avLst/>
              </a:prstGeom>
              <a:solidFill>
                <a:srgbClr val="3465a4"/>
              </a:solidFill>
              <a:ln cap="rnd" w="19080">
                <a:solidFill>
                  <a:srgbClr val="ffffff"/>
                </a:solidFill>
                <a:round/>
              </a:ln>
            </p:spPr>
            <p:txBody>
              <a:bodyPr lIns="99360" rIns="99360" tIns="-9360" bIns="-9360" anchor="ctr">
                <a:noAutofit/>
              </a:bodyPr>
              <a:p>
                <a:pPr algn="ctr"/>
                <a:endParaRPr b="0" lang="fr-CA" sz="1800" spc="-1" strike="noStrike">
                  <a:solidFill>
                    <a:srgbClr val="000000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149" name=""/>
              <p:cNvSpPr/>
              <p:nvPr/>
            </p:nvSpPr>
            <p:spPr>
              <a:xfrm>
                <a:off x="6210000" y="4545000"/>
                <a:ext cx="270720" cy="45000"/>
              </a:xfrm>
              <a:prstGeom prst="rect">
                <a:avLst/>
              </a:prstGeom>
              <a:solidFill>
                <a:srgbClr val="3465a4"/>
              </a:solidFill>
              <a:ln cap="rnd" w="1908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rIns="99360" tIns="-9360" bIns="-9360" anchor="ctr">
                <a:noAutofit/>
              </a:bodyPr>
              <a:p>
                <a:pPr algn="ctr"/>
                <a:endParaRPr b="0" lang="fr-CA" sz="1800" spc="-1" strike="noStrike">
                  <a:solidFill>
                    <a:srgbClr val="000000"/>
                  </a:solidFill>
                  <a:latin typeface="Arial"/>
                  <a:ea typeface="Microsoft YaHei"/>
                </a:endParaRPr>
              </a:p>
            </p:txBody>
          </p:sp>
        </p:grpSp>
        <p:grpSp>
          <p:nvGrpSpPr>
            <p:cNvPr id="150" name=""/>
            <p:cNvGrpSpPr/>
            <p:nvPr/>
          </p:nvGrpSpPr>
          <p:grpSpPr>
            <a:xfrm>
              <a:off x="5760000" y="4680000"/>
              <a:ext cx="1080000" cy="225000"/>
              <a:chOff x="5760000" y="4680000"/>
              <a:chExt cx="1080000" cy="225000"/>
            </a:xfrm>
          </p:grpSpPr>
          <p:sp>
            <p:nvSpPr>
              <p:cNvPr id="151" name=""/>
              <p:cNvSpPr/>
              <p:nvPr/>
            </p:nvSpPr>
            <p:spPr>
              <a:xfrm>
                <a:off x="5760000" y="4680000"/>
                <a:ext cx="1080000" cy="225000"/>
              </a:xfrm>
              <a:prstGeom prst="rect">
                <a:avLst/>
              </a:prstGeom>
              <a:solidFill>
                <a:srgbClr val="3465a4"/>
              </a:solidFill>
              <a:ln cap="rnd" w="19080">
                <a:solidFill>
                  <a:srgbClr val="ffffff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pPr algn="ctr"/>
                <a:endParaRPr b="0" lang="fr-CA" sz="1800" spc="-1" strike="noStrike">
                  <a:solidFill>
                    <a:srgbClr val="000000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152" name=""/>
              <p:cNvSpPr/>
              <p:nvPr/>
            </p:nvSpPr>
            <p:spPr>
              <a:xfrm>
                <a:off x="5850000" y="4770000"/>
                <a:ext cx="45000" cy="45000"/>
              </a:xfrm>
              <a:prstGeom prst="ellipse">
                <a:avLst/>
              </a:prstGeom>
              <a:solidFill>
                <a:srgbClr val="3465a4"/>
              </a:solidFill>
              <a:ln cap="rnd" w="19080">
                <a:solidFill>
                  <a:srgbClr val="ffffff"/>
                </a:solidFill>
                <a:round/>
              </a:ln>
            </p:spPr>
            <p:txBody>
              <a:bodyPr lIns="99360" rIns="99360" tIns="-9360" bIns="-9360" anchor="ctr">
                <a:noAutofit/>
              </a:bodyPr>
              <a:p>
                <a:pPr algn="ctr"/>
                <a:endParaRPr b="0" lang="fr-CA" sz="1800" spc="-1" strike="noStrike">
                  <a:solidFill>
                    <a:srgbClr val="000000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153" name=""/>
              <p:cNvSpPr/>
              <p:nvPr/>
            </p:nvSpPr>
            <p:spPr>
              <a:xfrm>
                <a:off x="6570000" y="4725000"/>
                <a:ext cx="135360" cy="135000"/>
              </a:xfrm>
              <a:prstGeom prst="ellipse">
                <a:avLst/>
              </a:prstGeom>
              <a:solidFill>
                <a:srgbClr val="729fcf">
                  <a:alpha val="30000"/>
                </a:srgbClr>
              </a:solidFill>
              <a:ln cap="rnd" w="19080">
                <a:solidFill>
                  <a:srgbClr val="ffffff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pPr algn="ctr"/>
                <a:endParaRPr b="0" lang="fr-CA" sz="1800" spc="-1" strike="noStrike">
                  <a:solidFill>
                    <a:srgbClr val="000000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154" name=""/>
              <p:cNvSpPr/>
              <p:nvPr/>
            </p:nvSpPr>
            <p:spPr>
              <a:xfrm>
                <a:off x="6030360" y="4770000"/>
                <a:ext cx="45000" cy="45000"/>
              </a:xfrm>
              <a:prstGeom prst="ellipse">
                <a:avLst/>
              </a:prstGeom>
              <a:solidFill>
                <a:srgbClr val="3465a4"/>
              </a:solidFill>
              <a:ln cap="rnd" w="19080">
                <a:solidFill>
                  <a:srgbClr val="ffffff"/>
                </a:solidFill>
                <a:round/>
              </a:ln>
            </p:spPr>
            <p:txBody>
              <a:bodyPr lIns="99360" rIns="99360" tIns="-9360" bIns="-9360" anchor="ctr">
                <a:noAutofit/>
              </a:bodyPr>
              <a:p>
                <a:pPr algn="ctr"/>
                <a:endParaRPr b="0" lang="fr-CA" sz="1800" spc="-1" strike="noStrike">
                  <a:solidFill>
                    <a:srgbClr val="000000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155" name=""/>
              <p:cNvSpPr/>
              <p:nvPr/>
            </p:nvSpPr>
            <p:spPr>
              <a:xfrm>
                <a:off x="5940360" y="4770000"/>
                <a:ext cx="45000" cy="45000"/>
              </a:xfrm>
              <a:prstGeom prst="ellipse">
                <a:avLst/>
              </a:prstGeom>
              <a:solidFill>
                <a:srgbClr val="3465a4"/>
              </a:solidFill>
              <a:ln cap="rnd" w="19080">
                <a:solidFill>
                  <a:srgbClr val="ffffff"/>
                </a:solidFill>
                <a:round/>
              </a:ln>
            </p:spPr>
            <p:txBody>
              <a:bodyPr lIns="99360" rIns="99360" tIns="-9360" bIns="-9360" anchor="ctr">
                <a:noAutofit/>
              </a:bodyPr>
              <a:p>
                <a:pPr algn="ctr"/>
                <a:endParaRPr b="0" lang="fr-CA" sz="1800" spc="-1" strike="noStrike">
                  <a:solidFill>
                    <a:srgbClr val="000000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156" name=""/>
              <p:cNvSpPr/>
              <p:nvPr/>
            </p:nvSpPr>
            <p:spPr>
              <a:xfrm>
                <a:off x="6210000" y="4770000"/>
                <a:ext cx="270720" cy="45000"/>
              </a:xfrm>
              <a:prstGeom prst="rect">
                <a:avLst/>
              </a:prstGeom>
              <a:solidFill>
                <a:srgbClr val="3465a4"/>
              </a:solidFill>
              <a:ln cap="rnd" w="1908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rIns="99360" tIns="-9360" bIns="-9360" anchor="ctr">
                <a:noAutofit/>
              </a:bodyPr>
              <a:p>
                <a:pPr algn="ctr"/>
                <a:endParaRPr b="0" lang="fr-CA" sz="1800" spc="-1" strike="noStrike">
                  <a:solidFill>
                    <a:srgbClr val="000000"/>
                  </a:solidFill>
                  <a:latin typeface="Arial"/>
                  <a:ea typeface="Microsoft YaHei"/>
                </a:endParaRPr>
              </a:p>
            </p:txBody>
          </p:sp>
        </p:grpSp>
        <p:grpSp>
          <p:nvGrpSpPr>
            <p:cNvPr id="157" name=""/>
            <p:cNvGrpSpPr/>
            <p:nvPr/>
          </p:nvGrpSpPr>
          <p:grpSpPr>
            <a:xfrm>
              <a:off x="5760000" y="4905000"/>
              <a:ext cx="1080000" cy="225000"/>
              <a:chOff x="5760000" y="4905000"/>
              <a:chExt cx="1080000" cy="225000"/>
            </a:xfrm>
          </p:grpSpPr>
          <p:sp>
            <p:nvSpPr>
              <p:cNvPr id="158" name=""/>
              <p:cNvSpPr/>
              <p:nvPr/>
            </p:nvSpPr>
            <p:spPr>
              <a:xfrm>
                <a:off x="5760000" y="4905000"/>
                <a:ext cx="1080000" cy="225000"/>
              </a:xfrm>
              <a:prstGeom prst="rect">
                <a:avLst/>
              </a:prstGeom>
              <a:solidFill>
                <a:srgbClr val="3465a4"/>
              </a:solidFill>
              <a:ln cap="rnd" w="19080">
                <a:solidFill>
                  <a:srgbClr val="ffffff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pPr algn="ctr"/>
                <a:endParaRPr b="0" lang="fr-CA" sz="1800" spc="-1" strike="noStrike">
                  <a:solidFill>
                    <a:srgbClr val="000000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159" name=""/>
              <p:cNvSpPr/>
              <p:nvPr/>
            </p:nvSpPr>
            <p:spPr>
              <a:xfrm>
                <a:off x="5850000" y="4995000"/>
                <a:ext cx="45000" cy="45000"/>
              </a:xfrm>
              <a:prstGeom prst="ellipse">
                <a:avLst/>
              </a:prstGeom>
              <a:solidFill>
                <a:srgbClr val="3465a4"/>
              </a:solidFill>
              <a:ln cap="rnd" w="19080">
                <a:solidFill>
                  <a:srgbClr val="ffffff"/>
                </a:solidFill>
                <a:round/>
              </a:ln>
            </p:spPr>
            <p:txBody>
              <a:bodyPr lIns="99360" rIns="99360" tIns="-9360" bIns="-9360" anchor="ctr">
                <a:noAutofit/>
              </a:bodyPr>
              <a:p>
                <a:pPr algn="ctr"/>
                <a:endParaRPr b="0" lang="fr-CA" sz="1800" spc="-1" strike="noStrike">
                  <a:solidFill>
                    <a:srgbClr val="000000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160" name=""/>
              <p:cNvSpPr/>
              <p:nvPr/>
            </p:nvSpPr>
            <p:spPr>
              <a:xfrm>
                <a:off x="6570000" y="4950000"/>
                <a:ext cx="135360" cy="135000"/>
              </a:xfrm>
              <a:prstGeom prst="ellipse">
                <a:avLst/>
              </a:prstGeom>
              <a:solidFill>
                <a:srgbClr val="729fcf">
                  <a:alpha val="30000"/>
                </a:srgbClr>
              </a:solidFill>
              <a:ln cap="rnd" w="19080">
                <a:solidFill>
                  <a:srgbClr val="ffffff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pPr algn="ctr"/>
                <a:endParaRPr b="0" lang="fr-CA" sz="1800" spc="-1" strike="noStrike">
                  <a:solidFill>
                    <a:srgbClr val="000000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161" name=""/>
              <p:cNvSpPr/>
              <p:nvPr/>
            </p:nvSpPr>
            <p:spPr>
              <a:xfrm>
                <a:off x="6030360" y="4995000"/>
                <a:ext cx="45000" cy="45000"/>
              </a:xfrm>
              <a:prstGeom prst="ellipse">
                <a:avLst/>
              </a:prstGeom>
              <a:solidFill>
                <a:srgbClr val="3465a4"/>
              </a:solidFill>
              <a:ln cap="rnd" w="19080">
                <a:solidFill>
                  <a:srgbClr val="ffffff"/>
                </a:solidFill>
                <a:round/>
              </a:ln>
            </p:spPr>
            <p:txBody>
              <a:bodyPr lIns="99360" rIns="99360" tIns="-9360" bIns="-9360" anchor="ctr">
                <a:noAutofit/>
              </a:bodyPr>
              <a:p>
                <a:pPr algn="ctr"/>
                <a:endParaRPr b="0" lang="fr-CA" sz="1800" spc="-1" strike="noStrike">
                  <a:solidFill>
                    <a:srgbClr val="000000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162" name=""/>
              <p:cNvSpPr/>
              <p:nvPr/>
            </p:nvSpPr>
            <p:spPr>
              <a:xfrm>
                <a:off x="5940360" y="4995000"/>
                <a:ext cx="45000" cy="45000"/>
              </a:xfrm>
              <a:prstGeom prst="ellipse">
                <a:avLst/>
              </a:prstGeom>
              <a:solidFill>
                <a:srgbClr val="3465a4"/>
              </a:solidFill>
              <a:ln cap="rnd" w="19080">
                <a:solidFill>
                  <a:srgbClr val="ffffff"/>
                </a:solidFill>
                <a:round/>
              </a:ln>
            </p:spPr>
            <p:txBody>
              <a:bodyPr lIns="99360" rIns="99360" tIns="-9360" bIns="-9360" anchor="ctr">
                <a:noAutofit/>
              </a:bodyPr>
              <a:p>
                <a:pPr algn="ctr"/>
                <a:endParaRPr b="0" lang="fr-CA" sz="1800" spc="-1" strike="noStrike">
                  <a:solidFill>
                    <a:srgbClr val="000000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163" name=""/>
              <p:cNvSpPr/>
              <p:nvPr/>
            </p:nvSpPr>
            <p:spPr>
              <a:xfrm>
                <a:off x="6210000" y="4995000"/>
                <a:ext cx="270720" cy="45000"/>
              </a:xfrm>
              <a:prstGeom prst="rect">
                <a:avLst/>
              </a:prstGeom>
              <a:solidFill>
                <a:srgbClr val="3465a4"/>
              </a:solidFill>
              <a:ln cap="rnd" w="1908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rIns="99360" tIns="-9360" bIns="-9360" anchor="ctr">
                <a:noAutofit/>
              </a:bodyPr>
              <a:p>
                <a:pPr algn="ctr"/>
                <a:endParaRPr b="0" lang="fr-CA" sz="1800" spc="-1" strike="noStrike">
                  <a:solidFill>
                    <a:srgbClr val="000000"/>
                  </a:solidFill>
                  <a:latin typeface="Arial"/>
                  <a:ea typeface="Microsoft YaHei"/>
                </a:endParaRPr>
              </a:p>
            </p:txBody>
          </p:sp>
        </p:grpSp>
        <p:grpSp>
          <p:nvGrpSpPr>
            <p:cNvPr id="164" name=""/>
            <p:cNvGrpSpPr/>
            <p:nvPr/>
          </p:nvGrpSpPr>
          <p:grpSpPr>
            <a:xfrm>
              <a:off x="5760000" y="5130000"/>
              <a:ext cx="1080000" cy="225000"/>
              <a:chOff x="5760000" y="5130000"/>
              <a:chExt cx="1080000" cy="225000"/>
            </a:xfrm>
          </p:grpSpPr>
          <p:sp>
            <p:nvSpPr>
              <p:cNvPr id="165" name=""/>
              <p:cNvSpPr/>
              <p:nvPr/>
            </p:nvSpPr>
            <p:spPr>
              <a:xfrm>
                <a:off x="5760000" y="5130000"/>
                <a:ext cx="1080000" cy="225000"/>
              </a:xfrm>
              <a:prstGeom prst="rect">
                <a:avLst/>
              </a:prstGeom>
              <a:solidFill>
                <a:srgbClr val="3465a4"/>
              </a:solidFill>
              <a:ln cap="rnd" w="19080">
                <a:solidFill>
                  <a:srgbClr val="ffffff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pPr algn="ctr"/>
                <a:endParaRPr b="0" lang="fr-CA" sz="1800" spc="-1" strike="noStrike">
                  <a:solidFill>
                    <a:srgbClr val="000000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166" name=""/>
              <p:cNvSpPr/>
              <p:nvPr/>
            </p:nvSpPr>
            <p:spPr>
              <a:xfrm>
                <a:off x="5850000" y="5220000"/>
                <a:ext cx="45000" cy="45000"/>
              </a:xfrm>
              <a:prstGeom prst="ellipse">
                <a:avLst/>
              </a:prstGeom>
              <a:solidFill>
                <a:srgbClr val="3465a4"/>
              </a:solidFill>
              <a:ln cap="rnd" w="19080">
                <a:solidFill>
                  <a:srgbClr val="ffffff"/>
                </a:solidFill>
                <a:round/>
              </a:ln>
            </p:spPr>
            <p:txBody>
              <a:bodyPr lIns="99360" rIns="99360" tIns="-9360" bIns="-9360" anchor="ctr">
                <a:noAutofit/>
              </a:bodyPr>
              <a:p>
                <a:pPr algn="ctr"/>
                <a:endParaRPr b="0" lang="fr-CA" sz="1800" spc="-1" strike="noStrike">
                  <a:solidFill>
                    <a:srgbClr val="000000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167" name=""/>
              <p:cNvSpPr/>
              <p:nvPr/>
            </p:nvSpPr>
            <p:spPr>
              <a:xfrm>
                <a:off x="6570000" y="5175000"/>
                <a:ext cx="135360" cy="135000"/>
              </a:xfrm>
              <a:prstGeom prst="ellipse">
                <a:avLst/>
              </a:prstGeom>
              <a:solidFill>
                <a:srgbClr val="729fcf">
                  <a:alpha val="30000"/>
                </a:srgbClr>
              </a:solidFill>
              <a:ln cap="rnd" w="19080">
                <a:solidFill>
                  <a:srgbClr val="ffffff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pPr algn="ctr"/>
                <a:endParaRPr b="0" lang="fr-CA" sz="1800" spc="-1" strike="noStrike">
                  <a:solidFill>
                    <a:srgbClr val="000000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168" name=""/>
              <p:cNvSpPr/>
              <p:nvPr/>
            </p:nvSpPr>
            <p:spPr>
              <a:xfrm>
                <a:off x="6030360" y="5220000"/>
                <a:ext cx="45000" cy="45000"/>
              </a:xfrm>
              <a:prstGeom prst="ellipse">
                <a:avLst/>
              </a:prstGeom>
              <a:solidFill>
                <a:srgbClr val="3465a4"/>
              </a:solidFill>
              <a:ln cap="rnd" w="19080">
                <a:solidFill>
                  <a:srgbClr val="ffffff"/>
                </a:solidFill>
                <a:round/>
              </a:ln>
            </p:spPr>
            <p:txBody>
              <a:bodyPr lIns="99360" rIns="99360" tIns="-9360" bIns="-9360" anchor="ctr">
                <a:noAutofit/>
              </a:bodyPr>
              <a:p>
                <a:pPr algn="ctr"/>
                <a:endParaRPr b="0" lang="fr-CA" sz="1800" spc="-1" strike="noStrike">
                  <a:solidFill>
                    <a:srgbClr val="000000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169" name=""/>
              <p:cNvSpPr/>
              <p:nvPr/>
            </p:nvSpPr>
            <p:spPr>
              <a:xfrm>
                <a:off x="5940360" y="5220000"/>
                <a:ext cx="45000" cy="45000"/>
              </a:xfrm>
              <a:prstGeom prst="ellipse">
                <a:avLst/>
              </a:prstGeom>
              <a:solidFill>
                <a:srgbClr val="3465a4"/>
              </a:solidFill>
              <a:ln cap="rnd" w="19080">
                <a:solidFill>
                  <a:srgbClr val="ffffff"/>
                </a:solidFill>
                <a:round/>
              </a:ln>
            </p:spPr>
            <p:txBody>
              <a:bodyPr lIns="99360" rIns="99360" tIns="-9360" bIns="-9360" anchor="ctr">
                <a:noAutofit/>
              </a:bodyPr>
              <a:p>
                <a:pPr algn="ctr"/>
                <a:endParaRPr b="0" lang="fr-CA" sz="1800" spc="-1" strike="noStrike">
                  <a:solidFill>
                    <a:srgbClr val="000000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170" name=""/>
              <p:cNvSpPr/>
              <p:nvPr/>
            </p:nvSpPr>
            <p:spPr>
              <a:xfrm>
                <a:off x="6210000" y="5220000"/>
                <a:ext cx="270720" cy="45000"/>
              </a:xfrm>
              <a:prstGeom prst="rect">
                <a:avLst/>
              </a:prstGeom>
              <a:solidFill>
                <a:srgbClr val="3465a4"/>
              </a:solidFill>
              <a:ln cap="rnd" w="1908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rIns="99360" tIns="-9360" bIns="-9360" anchor="ctr">
                <a:noAutofit/>
              </a:bodyPr>
              <a:p>
                <a:pPr algn="ctr"/>
                <a:endParaRPr b="0" lang="fr-CA" sz="1800" spc="-1" strike="noStrike">
                  <a:solidFill>
                    <a:srgbClr val="000000"/>
                  </a:solidFill>
                  <a:latin typeface="Arial"/>
                  <a:ea typeface="Microsoft YaHei"/>
                </a:endParaRPr>
              </a:p>
            </p:txBody>
          </p:sp>
        </p:grpSp>
      </p:grpSp>
      <p:sp>
        <p:nvSpPr>
          <p:cNvPr id="171" name=""/>
          <p:cNvSpPr txBox="1"/>
          <p:nvPr/>
        </p:nvSpPr>
        <p:spPr>
          <a:xfrm>
            <a:off x="5469480" y="5400000"/>
            <a:ext cx="1730520" cy="66708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ctr">
            <a:noAutofit/>
          </a:bodyPr>
          <a:p>
            <a:pPr algn="ctr"/>
            <a:r>
              <a:rPr b="0" lang="fr-CA" sz="1800" spc="-1" strike="noStrike">
                <a:solidFill>
                  <a:srgbClr val="2c3e50"/>
                </a:solidFill>
                <a:latin typeface="Source Sans Pro"/>
              </a:rPr>
              <a:t>Dépôt centralisé</a:t>
            </a:r>
            <a:endParaRPr b="0" lang="fr-CA" sz="1800" spc="-1" strike="noStrike">
              <a:solidFill>
                <a:srgbClr val="2c3e50"/>
              </a:solidFill>
              <a:latin typeface="Source Sans Pro"/>
            </a:endParaRPr>
          </a:p>
          <a:p>
            <a:pPr algn="ctr"/>
            <a:r>
              <a:rPr b="0" lang="fr-CA" sz="1800" spc="-1" strike="noStrike">
                <a:solidFill>
                  <a:srgbClr val="2c3e50"/>
                </a:solidFill>
                <a:latin typeface="Source Sans Pro"/>
              </a:rPr>
              <a:t>(serveur)</a:t>
            </a:r>
            <a:endParaRPr b="0" lang="fr-CA" sz="1800" spc="-1" strike="noStrike">
              <a:solidFill>
                <a:srgbClr val="2c3e50"/>
              </a:solidFill>
              <a:latin typeface="Source Sans Pro"/>
            </a:endParaRPr>
          </a:p>
        </p:txBody>
      </p:sp>
      <p:grpSp>
        <p:nvGrpSpPr>
          <p:cNvPr id="172" name="laptop 1"/>
          <p:cNvGrpSpPr/>
          <p:nvPr/>
        </p:nvGrpSpPr>
        <p:grpSpPr>
          <a:xfrm>
            <a:off x="1440000" y="4500000"/>
            <a:ext cx="4140000" cy="1747080"/>
            <a:chOff x="1440000" y="4500000"/>
            <a:chExt cx="4140000" cy="1747080"/>
          </a:xfrm>
        </p:grpSpPr>
        <p:sp>
          <p:nvSpPr>
            <p:cNvPr id="173" name=""/>
            <p:cNvSpPr/>
            <p:nvPr/>
          </p:nvSpPr>
          <p:spPr>
            <a:xfrm>
              <a:off x="2250000" y="4500000"/>
              <a:ext cx="900000" cy="630000"/>
            </a:xfrm>
            <a:prstGeom prst="rect">
              <a:avLst/>
            </a:prstGeom>
            <a:solidFill>
              <a:srgbClr val="3465a4"/>
            </a:solidFill>
            <a:ln w="1908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pPr algn="ctr"/>
              <a:endParaRPr b="0" lang="fr-CA" sz="1800" spc="-1" strike="noStrike">
                <a:solidFill>
                  <a:srgbClr val="000000"/>
                </a:solidFill>
                <a:latin typeface="Arial"/>
                <a:ea typeface="Microsoft YaHei"/>
              </a:endParaRPr>
            </a:p>
          </p:txBody>
        </p:sp>
        <p:sp>
          <p:nvSpPr>
            <p:cNvPr id="174" name=""/>
            <p:cNvSpPr/>
            <p:nvPr/>
          </p:nvSpPr>
          <p:spPr>
            <a:xfrm>
              <a:off x="2340000" y="4590000"/>
              <a:ext cx="720000" cy="450000"/>
            </a:xfrm>
            <a:prstGeom prst="rect">
              <a:avLst/>
            </a:prstGeom>
            <a:solidFill>
              <a:srgbClr val="729fcf">
                <a:alpha val="30000"/>
              </a:srgbClr>
            </a:solidFill>
            <a:ln w="19080">
              <a:solidFill>
                <a:srgbClr val="ffffff"/>
              </a:solidFill>
              <a:round/>
            </a:ln>
          </p:spPr>
          <p:txBody>
            <a:bodyPr lIns="99360" rIns="99360" tIns="54360" bIns="54360" anchor="ctr">
              <a:noAutofit/>
            </a:bodyPr>
            <a:p>
              <a:pPr algn="ctr"/>
              <a:endParaRPr b="0" lang="fr-CA" sz="1800" spc="-1" strike="noStrike">
                <a:solidFill>
                  <a:srgbClr val="000000"/>
                </a:solidFill>
                <a:latin typeface="Arial"/>
                <a:ea typeface="Microsoft YaHei"/>
              </a:endParaRPr>
            </a:p>
          </p:txBody>
        </p:sp>
        <p:sp>
          <p:nvSpPr>
            <p:cNvPr id="175" name=""/>
            <p:cNvSpPr/>
            <p:nvPr/>
          </p:nvSpPr>
          <p:spPr>
            <a:xfrm flipV="1">
              <a:off x="2160000" y="5130000"/>
              <a:ext cx="1080000" cy="270000"/>
            </a:xfrm>
            <a:custGeom>
              <a:avLst/>
              <a:gdLst>
                <a:gd name="textAreaLeft" fmla="*/ 137520 w 1080000"/>
                <a:gd name="textAreaRight" fmla="*/ 942480 w 1080000"/>
                <a:gd name="textAreaTop" fmla="*/ 34200 h 270000"/>
                <a:gd name="textAreaBottom" fmla="*/ 235800 h 27000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19793" y="21600"/>
                  </a:lnTo>
                  <a:lnTo>
                    <a:pt x="1807" y="21600"/>
                  </a:lnTo>
                  <a:close/>
                </a:path>
              </a:pathLst>
            </a:custGeom>
            <a:solidFill>
              <a:srgbClr val="3465a4"/>
            </a:solidFill>
            <a:ln w="1908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pPr algn="ctr"/>
              <a:endParaRPr b="0" lang="fr-CA" sz="1800" spc="-1" strike="noStrike">
                <a:solidFill>
                  <a:srgbClr val="000000"/>
                </a:solidFill>
                <a:latin typeface="Arial"/>
                <a:ea typeface="Microsoft YaHei"/>
              </a:endParaRPr>
            </a:p>
          </p:txBody>
        </p:sp>
        <p:sp>
          <p:nvSpPr>
            <p:cNvPr id="176" name=""/>
            <p:cNvSpPr/>
            <p:nvPr/>
          </p:nvSpPr>
          <p:spPr>
            <a:xfrm flipV="1">
              <a:off x="2610000" y="5310000"/>
              <a:ext cx="180000" cy="46800"/>
            </a:xfrm>
            <a:custGeom>
              <a:avLst/>
              <a:gdLst>
                <a:gd name="textAreaLeft" fmla="*/ 22680 w 180000"/>
                <a:gd name="textAreaRight" fmla="*/ 157320 w 180000"/>
                <a:gd name="textAreaTop" fmla="*/ 5760 h 46800"/>
                <a:gd name="textAreaBottom" fmla="*/ 41040 h 4680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19793" y="21600"/>
                  </a:lnTo>
                  <a:lnTo>
                    <a:pt x="1807" y="21600"/>
                  </a:lnTo>
                  <a:close/>
                </a:path>
              </a:pathLst>
            </a:custGeom>
            <a:solidFill>
              <a:srgbClr val="3465a4">
                <a:alpha val="30000"/>
              </a:srgbClr>
            </a:solidFill>
            <a:ln w="19080">
              <a:solidFill>
                <a:srgbClr val="ffffff"/>
              </a:solidFill>
              <a:round/>
            </a:ln>
            <a:effectLst>
              <a:outerShdw dist="0" dir="0" blurRad="0" rotWithShape="0">
                <a:srgbClr val="729fcf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9360" rIns="99360" tIns="-19080" bIns="-19080" anchor="ctr">
              <a:noAutofit/>
            </a:bodyPr>
            <a:p>
              <a:pPr algn="ctr"/>
              <a:endParaRPr b="0" lang="fr-CA" sz="1800" spc="-1" strike="noStrike">
                <a:solidFill>
                  <a:srgbClr val="000000"/>
                </a:solidFill>
                <a:latin typeface="Arial"/>
                <a:ea typeface="Microsoft YaHei"/>
              </a:endParaRPr>
            </a:p>
          </p:txBody>
        </p:sp>
        <p:sp>
          <p:nvSpPr>
            <p:cNvPr id="177" name=""/>
            <p:cNvSpPr/>
            <p:nvPr/>
          </p:nvSpPr>
          <p:spPr>
            <a:xfrm flipV="1">
              <a:off x="2250000" y="5173200"/>
              <a:ext cx="900000" cy="136800"/>
            </a:xfrm>
            <a:custGeom>
              <a:avLst/>
              <a:gdLst>
                <a:gd name="textAreaLeft" fmla="*/ 99360 w 900000"/>
                <a:gd name="textAreaRight" fmla="*/ 800640 w 900000"/>
                <a:gd name="textAreaTop" fmla="*/ 15120 h 136800"/>
                <a:gd name="textAreaBottom" fmla="*/ 121680 h 13680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0451" y="21600"/>
                  </a:lnTo>
                  <a:lnTo>
                    <a:pt x="1149" y="21600"/>
                  </a:lnTo>
                  <a:close/>
                </a:path>
              </a:pathLst>
            </a:custGeom>
            <a:solidFill>
              <a:srgbClr val="3465a4"/>
            </a:solidFill>
            <a:ln w="1908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2200" bIns="52200" anchor="ctr">
              <a:noAutofit/>
            </a:bodyPr>
            <a:p>
              <a:pPr algn="ctr"/>
              <a:endParaRPr b="0" lang="fr-CA" sz="1800" spc="-1" strike="noStrike">
                <a:solidFill>
                  <a:srgbClr val="000000"/>
                </a:solidFill>
                <a:latin typeface="Arial"/>
                <a:ea typeface="Microsoft YaHei"/>
              </a:endParaRPr>
            </a:p>
          </p:txBody>
        </p:sp>
        <p:sp>
          <p:nvSpPr>
            <p:cNvPr id="178" name=""/>
            <p:cNvSpPr txBox="1"/>
            <p:nvPr/>
          </p:nvSpPr>
          <p:spPr>
            <a:xfrm>
              <a:off x="1440000" y="5580000"/>
              <a:ext cx="2477520" cy="667080"/>
            </a:xfrm>
            <a:prstGeom prst="rect">
              <a:avLst/>
            </a:prstGeom>
            <a:noFill/>
            <a:ln w="10800">
              <a:noFill/>
            </a:ln>
          </p:spPr>
          <p:txBody>
            <a:bodyPr lIns="90000" rIns="90000" tIns="45000" bIns="45000" anchor="ctr">
              <a:noAutofit/>
            </a:bodyPr>
            <a:p>
              <a:pPr algn="ctr"/>
              <a:r>
                <a:rPr b="0" lang="fr-CA" sz="1800" spc="-1" strike="noStrike">
                  <a:solidFill>
                    <a:srgbClr val="2c3e50"/>
                  </a:solidFill>
                  <a:latin typeface="Source Sans Pro"/>
                </a:rPr>
                <a:t>Copie locale</a:t>
              </a:r>
              <a:endParaRPr b="0" lang="fr-CA" sz="1800" spc="-1" strike="noStrike">
                <a:solidFill>
                  <a:srgbClr val="2c3e50"/>
                </a:solidFill>
                <a:latin typeface="Source Sans Pro"/>
              </a:endParaRPr>
            </a:p>
            <a:p>
              <a:pPr algn="ctr"/>
              <a:r>
                <a:rPr b="0" lang="fr-CA" sz="1800" spc="-1" strike="noStrike">
                  <a:solidFill>
                    <a:srgbClr val="2c3e50"/>
                  </a:solidFill>
                  <a:latin typeface="Source Sans Pro"/>
                </a:rPr>
                <a:t>(une version seulement)</a:t>
              </a:r>
              <a:endParaRPr b="0" lang="fr-CA" sz="1800" spc="-1" strike="noStrike">
                <a:solidFill>
                  <a:srgbClr val="2c3e50"/>
                </a:solidFill>
                <a:latin typeface="Source Sans Pro"/>
              </a:endParaRPr>
            </a:p>
          </p:txBody>
        </p:sp>
        <p:sp>
          <p:nvSpPr>
            <p:cNvPr id="179" name=""/>
            <p:cNvSpPr/>
            <p:nvPr/>
          </p:nvSpPr>
          <p:spPr>
            <a:xfrm>
              <a:off x="3420000" y="4860000"/>
              <a:ext cx="2160000" cy="360000"/>
            </a:xfrm>
            <a:prstGeom prst="leftRightArrow">
              <a:avLst>
                <a:gd name="adj1" fmla="val 50000"/>
                <a:gd name="adj2" fmla="val 119444"/>
              </a:avLst>
            </a:prstGeom>
            <a:solidFill>
              <a:srgbClr val="ffffff"/>
            </a:solidFill>
            <a:ln w="10800">
              <a:solidFill>
                <a:srgbClr val="1abc9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/>
              <a:endParaRPr b="0" lang="fr-CA" sz="1800" spc="-1" strike="noStrike">
                <a:solidFill>
                  <a:srgbClr val="2c3e50"/>
                </a:solidFill>
                <a:latin typeface="Source Sans Pro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360000" y="300960"/>
            <a:ext cx="9360000" cy="95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fr-CA" sz="36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360000" y="1980000"/>
            <a:ext cx="9360000" cy="50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09"/>
              </a:spcAft>
              <a:buNone/>
            </a:pPr>
            <a:endParaRPr b="1" lang="fr-CA" sz="3200" spc="-1" strike="noStrike">
              <a:solidFill>
                <a:srgbClr val="2c3e50"/>
              </a:solidFill>
              <a:latin typeface="Source Sans Pro Semibol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2700000" y="1919880"/>
            <a:ext cx="468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r>
              <a:rPr b="1" lang="fr-CA" sz="3600" spc="-1" strike="noStrike">
                <a:solidFill>
                  <a:srgbClr val="2c3e50"/>
                </a:solidFill>
                <a:latin typeface="Source Sans Pro Black"/>
              </a:rPr>
              <a:t>Fin.</a:t>
            </a:r>
            <a:br>
              <a:rPr sz="3600"/>
            </a:br>
            <a:r>
              <a:rPr b="1" lang="fr-CA" sz="2600" spc="-1" strike="noStrike">
                <a:solidFill>
                  <a:srgbClr val="2c3e50"/>
                </a:solidFill>
                <a:latin typeface="Source Sans Pro Black"/>
              </a:rPr>
              <a:t>Questions ?</a:t>
            </a:r>
            <a:endParaRPr b="1" lang="fr-CA" sz="26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AAFF828-DFBF-4C83-B344-9936BB5FC98A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4359</TotalTime>
  <Application>LibreOffice/7.4.6.2$Windows_X86_64 LibreOffice_project/5b1f5509c2decdade7fda905e3e1429a67acd63d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2023-04-16T19:25:36Z</dcterms:created>
  <dc:creator/>
  <dc:description/>
  <dc:language>fr-CA</dc:language>
  <cp:lastModifiedBy/>
  <dcterms:modified xsi:type="dcterms:W3CDTF">2025-11-25T19:26:34Z</dcterms:modified>
  <cp:revision>260</cp:revision>
  <dc:subject/>
  <dc:title>Midnightblue</dc:title>
</cp:coreProperties>
</file>